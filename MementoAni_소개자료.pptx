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5B2D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A78BF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메멘토애니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반려동물과 함께한 소중한 순간들을 영원히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 모드</a:t>
            </a:r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추모 모드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안승빈 | 2026.02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기획 배경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794760" cy="3291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B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 상실의 아픔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매년 약 100만 마리의 반려동물이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무지개다리를 건넙니다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보호자들은 깊은 슬픔을 겪지만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공감받을 공간이 부족합니다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SNS는 추모 목적에 맞지 않고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전용 서비스도 부재합니다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91840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17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메멘토애니의 해답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펫톡: 반려동물 시점의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따뜻한 대화로 위로를 전합니다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추모 공간: 사진, 일기,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추억을 영구 보존합니다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치유 커뮤니티: 같은 아픔을 겪는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사람들과 공감합니다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구현 단계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6437376" cy="320040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진행률 80%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Next.js 14, React, TypeScript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Styling: Tailwind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Supabase (PostgreSQL)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Google OAuth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OpenAI GPT-4o-mini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Deploy: Vercel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완료된 기능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92024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인증 (Google OAuth)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 등록 (4단계 폼)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펫톡 (개인화 대화)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(CRUD, 좋아요, 댓글)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케어 리마인더 시스템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 &amp; 튜토리얼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완료: Rate Limiting | VPN 차단 | 세션 인증 | XSS 방지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840480" cy="1600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91440" cy="1600200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B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펫톡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 시점 1인칭 대화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인식 &amp; 애도 단계 분석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개인화 필드 활용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600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51560"/>
            <a:ext cx="91440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앨범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사진/영상 무제한 저장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타임라인 일기 기록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추모 모드 전환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600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17520"/>
            <a:ext cx="91440" cy="1600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일상/추모 뱃지 구분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공감과 위로의 공간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익명성 보장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600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017520"/>
            <a:ext cx="91440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케어 리마인더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산책, 식사, 약 알림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매일/매주/매월 설정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펫톡과 연동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A78BF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계획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상반기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런칭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0" y="14813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연동 (포트원) | 프리미엄 구독 | 배포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하반기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단계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2487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푸시 알림 | 추모 굿즈 | B2B 대시보드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828800" cy="365760"/>
          </a:xfrm>
          <a:prstGeom prst="rect">
            <a:avLst/>
          </a:prstGeom>
          <a:solidFill>
            <a:srgbClr val="05B2D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이후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단계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34930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출시 | 해외 진출 | AI 고도화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05B2DC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모델: B2C 구독 (월 4,900원) | B2B 제휴 | 추모 굿즈 중개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메멘토애니 - 반려동물 메모리얼 커뮤니티</dc:title>
  <dc:subject>PptxGenJS Presentation</dc:subject>
  <dc:creator>안승빈</dc:creator>
  <cp:lastModifiedBy>안승빈</cp:lastModifiedBy>
  <cp:revision>1</cp:revision>
  <dcterms:created xsi:type="dcterms:W3CDTF">2026-02-06T01:41:15Z</dcterms:created>
  <dcterms:modified xsi:type="dcterms:W3CDTF">2026-02-06T01:41:15Z</dcterms:modified>
</cp:coreProperties>
</file>